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Status: Publicly traded on the NYSE (Ticker: G) since its IPO in August 2007. Current Price: $34.14 (as of May 4, 2026). Market Cap: Approximately $5.76B - $5.83B.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Sector: Professional Services / IT &amp; Business Process Management (BPM). Key Trend: Transitioning to Agentic AI and 'AI Gigafactories.' 92% of executives in Genpact's network expect agentic AI to fundamentally change operations by 2027.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Comps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Comparable Companies:</a:t>
            </a:r>
          </a:p>
          <a:p>
            <a:r>
              <a:t>Company | Price | P/E | EV/EBITDA</a:t>
            </a:r>
          </a:p>
          <a:p>
            <a:r>
              <a:t>INFY | $12.24 | 15.7x | 10.6x</a:t>
            </a:r>
          </a:p>
          <a:p>
            <a:r>
              <a:t>ACN | $180.12 | 14.8x | 8.7x</a:t>
            </a:r>
          </a:p>
          <a:p>
            <a:r>
              <a:t>CTSH | $51.86 | 11.2x | 6.2x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Leadership: Recognized as a 'Leader' in the ISG Provider Lens 2026 for ServiceNow ecosystem partners. Shareholder Returns: Aggressive dividend increases ($0.68 to $0.75) and high institutional ownership (~96%). Strategic Positioning: Strong pivot from traditional BPO to AI-led process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Deflation: General market fear that AI efficiency gains might reduce total contract values for traditional outsourcing. Technical Weakness: Shares are currently trading near 52-week lows ($33.14) and below 50/200-day moving averages. Earnings Volatility: Q1 2026 earnings are scheduled for May 7,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